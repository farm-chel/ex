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7" r:id="rId5"/>
    <p:sldId id="268" r:id="rId6"/>
    <p:sldId id="258" r:id="rId7"/>
    <p:sldId id="261" r:id="rId8"/>
    <p:sldId id="264" r:id="rId9"/>
    <p:sldId id="269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икита Останин" userId="6df0ca2b7337bf42" providerId="LiveId" clId="{B627922C-8307-4A3E-9BE8-D967C301BC77}"/>
    <pc:docChg chg="custSel modSld">
      <pc:chgData name="Никита Останин" userId="6df0ca2b7337bf42" providerId="LiveId" clId="{B627922C-8307-4A3E-9BE8-D967C301BC77}" dt="2026-06-24T05:39:29.003" v="25" actId="20577"/>
      <pc:docMkLst>
        <pc:docMk/>
      </pc:docMkLst>
      <pc:sldChg chg="modSp mod">
        <pc:chgData name="Никита Останин" userId="6df0ca2b7337bf42" providerId="LiveId" clId="{B627922C-8307-4A3E-9BE8-D967C301BC77}" dt="2026-06-24T04:08:58.101" v="21" actId="123"/>
        <pc:sldMkLst>
          <pc:docMk/>
          <pc:sldMk cId="1460959036" sldId="256"/>
        </pc:sldMkLst>
        <pc:spChg chg="mod">
          <ac:chgData name="Никита Останин" userId="6df0ca2b7337bf42" providerId="LiveId" clId="{B627922C-8307-4A3E-9BE8-D967C301BC77}" dt="2026-06-24T04:08:32.236" v="8" actId="27636"/>
          <ac:spMkLst>
            <pc:docMk/>
            <pc:sldMk cId="1460959036" sldId="256"/>
            <ac:spMk id="3" creationId="{BD94C6AC-57AA-1969-8929-9F65B2503FE5}"/>
          </ac:spMkLst>
        </pc:spChg>
        <pc:spChg chg="mod">
          <ac:chgData name="Никита Останин" userId="6df0ca2b7337bf42" providerId="LiveId" clId="{B627922C-8307-4A3E-9BE8-D967C301BC77}" dt="2026-06-24T04:08:58.101" v="21" actId="123"/>
          <ac:spMkLst>
            <pc:docMk/>
            <pc:sldMk cId="1460959036" sldId="256"/>
            <ac:spMk id="7" creationId="{D760FAFA-D297-EEA3-8D6A-73F0F0A6CE62}"/>
          </ac:spMkLst>
        </pc:spChg>
      </pc:sldChg>
      <pc:sldChg chg="addSp modSp mod">
        <pc:chgData name="Никита Останин" userId="6df0ca2b7337bf42" providerId="LiveId" clId="{B627922C-8307-4A3E-9BE8-D967C301BC77}" dt="2026-06-24T05:39:29.003" v="25" actId="20577"/>
        <pc:sldMkLst>
          <pc:docMk/>
          <pc:sldMk cId="3819790892" sldId="264"/>
        </pc:sldMkLst>
        <pc:spChg chg="mod">
          <ac:chgData name="Никита Останин" userId="6df0ca2b7337bf42" providerId="LiveId" clId="{B627922C-8307-4A3E-9BE8-D967C301BC77}" dt="2026-06-24T05:39:29.003" v="25" actId="20577"/>
          <ac:spMkLst>
            <pc:docMk/>
            <pc:sldMk cId="3819790892" sldId="264"/>
            <ac:spMk id="4" creationId="{A86C43CD-14E4-C512-83AA-86EFDC8A6015}"/>
          </ac:spMkLst>
        </pc:spChg>
        <pc:picChg chg="add mod">
          <ac:chgData name="Никита Останин" userId="6df0ca2b7337bf42" providerId="LiveId" clId="{B627922C-8307-4A3E-9BE8-D967C301BC77}" dt="2026-06-24T05:04:44.639" v="24" actId="14100"/>
          <ac:picMkLst>
            <pc:docMk/>
            <pc:sldMk cId="3819790892" sldId="264"/>
            <ac:picMk id="3" creationId="{8C93B5C4-3FAD-B80B-A825-5E0D2640B026}"/>
          </ac:picMkLst>
        </pc:picChg>
      </pc:sldChg>
      <pc:sldChg chg="addSp modSp">
        <pc:chgData name="Никита Останин" userId="6df0ca2b7337bf42" providerId="LiveId" clId="{B627922C-8307-4A3E-9BE8-D967C301BC77}" dt="2026-06-24T04:05:11.882" v="0"/>
        <pc:sldMkLst>
          <pc:docMk/>
          <pc:sldMk cId="1415232093" sldId="269"/>
        </pc:sldMkLst>
        <pc:spChg chg="add mod">
          <ac:chgData name="Никита Останин" userId="6df0ca2b7337bf42" providerId="LiveId" clId="{B627922C-8307-4A3E-9BE8-D967C301BC77}" dt="2026-06-24T04:05:11.882" v="0"/>
          <ac:spMkLst>
            <pc:docMk/>
            <pc:sldMk cId="1415232093" sldId="269"/>
            <ac:spMk id="4" creationId="{3B91433E-45A0-C0E0-9E61-11BF69E1698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0F3D28-9F11-F883-EF31-DD0A82627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CFFA5F-DD0A-3F86-2ADB-44E64D26B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ABB976-337D-AEBD-A6FC-501DC68B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1883FE-7BCF-B2D3-6E82-0CD2981DB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4FDC40-B4E1-9B9B-3023-4DCCEA902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583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C5661-9C97-4BC3-ACCF-9C8C41A0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F0A77A-8B8B-6F45-557B-723B56EAF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05BEAE-94DE-BD73-A20F-D0655C65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7B2612-72BE-4F44-7D54-7FD0E20E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6F28CA-CBB8-2B40-8A40-AE558390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3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4B6E0-4DF1-C3A3-2B16-ECDE8C544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5E1734-75B7-5A56-DA82-1047623F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DC9557-39EB-10F9-4080-898CAACE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30BABC-42DC-2DD9-4CD9-FCEC0D7FE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3DE56F-64EF-C8B6-5EF0-769AC50AB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28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6945C-3AAD-7449-6601-D02A80593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11FE65-B63D-E2A3-F7E9-0D58496EC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87FCB0-8F70-827B-87BD-B8747CF5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72F09C-468E-6D5B-B1D3-64F1064ED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5F1C4D-2684-B82D-25E6-52F6B56E5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819E6E-C110-20B2-200C-C1C6EB26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287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35B46-571C-C581-9C30-26C3AD80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811B0D-3E29-06B9-07FA-91FBE54D8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81791F-CA7E-15D7-41CB-419F3512D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FBD07E-3769-55FB-3C9D-A18F6A40B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29BC376-CBFB-ADFF-542D-78844D325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DC1CF27-1294-8DC3-3F21-3E0FBCF4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30E5CD2-403F-3E53-45F1-D0BABD01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EC348C-F231-BEF5-9218-2D129A04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86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9DF110-7E35-8FC5-3C95-AECD5913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81706DF-23B9-3446-9C44-E326EC50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8FFA80-B58A-C47F-0615-62F69277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647BF01-0E08-B82B-8EF3-37A7D6662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87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4E9F7D-5D04-4B60-8298-EF1DBA4A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B986C3-2E05-6A20-6353-88861F86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469206-AD4A-792C-686A-C95C0C04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41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76BBD-F791-6CA5-7B3F-56EDB4686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F0A94F-6B0F-6AA5-E0F3-9DE3E9228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DE9333-568A-BE94-50BA-C568F1541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19C2DB-1C8B-4A1E-917F-3D3A041F1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38E6BE-933E-5137-FFA7-AF94026F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BA04C7-CBC4-6D48-3597-DB8D00E1A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4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97C8A4-7046-F82C-F8B1-8304D6DC7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EB7182A-36BD-E592-2EA1-3141BE938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2AC6ED-55FC-B262-C9B3-A9F2F6AFA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6BB6AC-2A97-6CEF-C2A3-46DF8EC1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23C1E3-F0AA-2167-32BF-B5E68A9BF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411524-A83A-B35F-B312-E78425C63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50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974BA-7545-CF90-BD05-CB9EDAC1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27CC57-C1BC-9D86-DCB1-F6C6E1381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1E4F15-5D0E-308C-767F-3243C8B8D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2BA5CA-E5DF-2AA1-87BB-58FF135B7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A3D262-0F77-1F53-9F8B-2942F30D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48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850FE3E-09D7-C2C2-3C99-56E991EAF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CFA162-BA56-DDFD-CE90-1A0BB98D7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F05521-FD50-490D-5C97-5728139B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F5167E-128A-378F-D0D1-CE1FFF41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7F85BC-5404-686F-AF8B-C2EA8261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579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70AE24-1A69-1D5B-028A-D5C9557DB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946C02-D86E-933A-7E01-35D2DA094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A07983-F8D5-7467-3556-4F60F97BC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266BE-6BC6-4068-92DB-F9DAA54C1BD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5F79DC-C49D-B371-C512-E2D43881C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3B4BF-8A24-6D80-A49E-3189C7CAD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65608-F62D-4EE0-AB43-7124C781A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65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D6725-F3C8-A3A1-FD57-729956E51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2404"/>
            <a:ext cx="9144000" cy="1476976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ERP-системы для управления складским учетом на спичечной фабрике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Белка-Фаворит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94C6AC-57AA-1969-8929-9F65B2503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134470"/>
            <a:ext cx="9144000" cy="406524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pic>
        <p:nvPicPr>
          <p:cNvPr id="4" name="Picture 14" descr="touch-icon-ipad-retina">
            <a:extLst>
              <a:ext uri="{FF2B5EF4-FFF2-40B4-BE49-F238E27FC236}">
                <a16:creationId xmlns:a16="http://schemas.microsoft.com/office/drawing/2014/main" id="{8C10489F-C4F5-09A4-2144-03692AA25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2" y="102171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5467FAD-3CEF-D6D1-A91D-41F4D18670E1}"/>
              </a:ext>
            </a:extLst>
          </p:cNvPr>
          <p:cNvSpPr txBox="1">
            <a:spLocks/>
          </p:cNvSpPr>
          <p:nvPr/>
        </p:nvSpPr>
        <p:spPr>
          <a:xfrm>
            <a:off x="1524000" y="102171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  <a:b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  <a:b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760FAFA-D297-EEA3-8D6A-73F0F0A6CE62}"/>
              </a:ext>
            </a:extLst>
          </p:cNvPr>
          <p:cNvSpPr txBox="1">
            <a:spLocks/>
          </p:cNvSpPr>
          <p:nvPr/>
        </p:nvSpPr>
        <p:spPr>
          <a:xfrm>
            <a:off x="8776760" y="4216893"/>
            <a:ext cx="3160394" cy="26099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Останин Глеб Сергеевич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22П-1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Специальность: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Информационные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и программирование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Калинин Арсений Олегович</a:t>
            </a:r>
          </a:p>
        </p:txBody>
      </p:sp>
    </p:spTree>
    <p:extLst>
      <p:ext uri="{BB962C8B-B14F-4D97-AF65-F5344CB8AC3E}">
        <p14:creationId xmlns:p14="http://schemas.microsoft.com/office/powerpoint/2010/main" val="146095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B31760-5DDB-C7FB-2076-37E0B90C9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4900"/>
              </a:lnSpc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F5D864-D94D-1D6C-A099-DC30089F2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6709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предприятии «СФ Белка-Фаворит» отсутствует ERP-система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ERP-системы запланировано в ближайшей перспективе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Учет склада и закупок ведется вручную → потери и риски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готовых к внедрению модулей «Склад» и «Закупки» на платформе «1С:Предприятие 8.3»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предметную область.</a:t>
            </a:r>
          </a:p>
          <a:p>
            <a:pPr lvl="0"/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техническое задание на создание программного продукта.</a:t>
            </a:r>
          </a:p>
          <a:p>
            <a:pPr lvl="0"/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архитектуру программы.</a:t>
            </a:r>
          </a:p>
          <a:p>
            <a:pPr lvl="0"/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алгоритмы и функционирование программы.</a:t>
            </a:r>
          </a:p>
          <a:p>
            <a:pPr lvl="0"/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и опытную эксплуатацию.</a:t>
            </a:r>
          </a:p>
          <a:p>
            <a:pPr lvl="0"/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руководство оператора.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3487216-42F6-5A87-FCFC-72A87B85CAC5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91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ERP-системы для управления складским учетом на спичечной фабрике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Белка-Фаворит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01BA78-050D-FA2E-24AB-D412FCFC7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836" y="2537873"/>
            <a:ext cx="3908394" cy="260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4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642AF-9D4C-92C7-CC1E-618450E0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618"/>
            <a:ext cx="10515600" cy="89907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91A462-AE39-4658-E246-3ABAEA524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78336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закупками: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 потребности на основе производственного плана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заказов поставщикам с учетом специализации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исполнения заказов (статусы: Сформирован, Отправлен, Выполнен)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Складской учет: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ТМЦ в разрезе складов, ячеек и партий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методов оценки себестоимости: ФИФО и по средней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Инвентаризация: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сверки остатков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формирование корректирующих документов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CC9E052-43D4-A734-88C7-3F194F915FCD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91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ERP-системы для управления складским учетом на спичечной фабрике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Белка-Фаворит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C0F0E3-BBE1-AAC9-9EF9-716AF8BCB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212" y="2482306"/>
            <a:ext cx="4387788" cy="292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0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55ACC-B3EB-E302-2668-0F9CC4A7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9070"/>
            <a:ext cx="10515600" cy="725544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Роли пользователей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F04ADD-7933-5AC3-887C-018EEF394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833" y="1732066"/>
            <a:ext cx="6222333" cy="49064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B5FF80F-FDF0-9FF2-1847-AD8135489C6B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91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ERP-системы для управления складским учетом на спичечной фабрике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Белка-Фаворит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61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4B9EA-1D53-256D-B5E7-3FC8518A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990"/>
            <a:ext cx="10515600" cy="891698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Программы-аналоги и риски внедрения:</a:t>
            </a:r>
            <a:endParaRPr lang="ru-RU" sz="40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51EA21C-7993-F5DE-AE2E-8E93EAC70DB4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91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ERP-системы для управления складским учетом на спичечной фабрике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Белка-Фаворит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23034E5-D9AF-56F2-49FD-522FD12186EC}"/>
              </a:ext>
            </a:extLst>
          </p:cNvPr>
          <p:cNvSpPr txBox="1">
            <a:spLocks/>
          </p:cNvSpPr>
          <p:nvPr/>
        </p:nvSpPr>
        <p:spPr>
          <a:xfrm>
            <a:off x="412072" y="1874960"/>
            <a:ext cx="4905652" cy="185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ERP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Плюс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Мощная модель данных, поддержка сложных бизнес-процессов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Минус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Огромные затраты на лицензии и внедрение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1F12225-2952-E155-82D5-EC3C296F8B11}"/>
              </a:ext>
            </a:extLst>
          </p:cNvPr>
          <p:cNvSpPr txBox="1">
            <a:spLocks/>
          </p:cNvSpPr>
          <p:nvPr/>
        </p:nvSpPr>
        <p:spPr>
          <a:xfrm>
            <a:off x="6096000" y="1874960"/>
            <a:ext cx="5823012" cy="1853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E-Business Suite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Плюс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 при больших объемах данных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Минус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стоимость внедрения и сопровождения</a:t>
            </a:r>
          </a:p>
          <a:p>
            <a:pPr marL="0" indent="0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FDAE6B9-C145-5903-BE94-ED65B9C62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72" y="3730841"/>
            <a:ext cx="4905652" cy="254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464197AC-DD90-AF55-B527-94841E123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728622"/>
            <a:ext cx="5823012" cy="254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418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05B56-1CFC-2978-67BF-F4328EB66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Платформа: «1С:Предприятие 8.3»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F46AC2-B2D7-DBC4-C790-60132B294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31097" cy="4351338"/>
          </a:xfrm>
        </p:spPr>
        <p:txBody>
          <a:bodyPr>
            <a:no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Ведущая отечественная платформа для ERP-решений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 и масштабируемость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Широкие возможности для быстрой разработки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Развитые механизмы интеграции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Соответствие российским стандартам учета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4E5B9AA-3C9E-E009-84EF-EAE0B3F5BE18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91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ERP-системы для управления складским учетом на спичечной фабрике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Белка-Фаворит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73EA446A-4AD3-6E2F-3568-7C2006DA7F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90" r="17864"/>
          <a:stretch>
            <a:fillRect/>
          </a:stretch>
        </p:blipFill>
        <p:spPr bwMode="auto">
          <a:xfrm>
            <a:off x="9019713" y="1330021"/>
            <a:ext cx="2530136" cy="271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381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77E1A-E779-908C-8A32-659814FE1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3364" y="1595749"/>
            <a:ext cx="7116562" cy="978775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программы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048B539-E507-B9AE-6431-654CE64A12D4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91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ERP-системы для управления складским учетом на спичечной фабрике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Белка-Фаворит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2276DCC-604E-5649-9EB8-1A9824E1B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021" y="3067935"/>
            <a:ext cx="5967958" cy="255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22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5CC2EE-7914-1065-A9A1-19BAB417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1516A70-B49A-3A3A-D4C8-D038C93FFD38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91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ERP-системы для управления складским учетом на спичечной фабрике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Белка-Фаворит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6C43CD-14E4-C512-83AA-86EFDC8A6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31292"/>
          </a:xfrm>
        </p:spPr>
        <p:txBody>
          <a:bodyPr>
            <a:norm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публикации в браузере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доступ через веб-интерфейс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Автозаказ товаров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когда товар заканчивается, система сама предложит его заказать.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 закупок по плану производства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система рассчитает, сколько сырья нужно закупить для выпуска готовой продукции.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" name="Picture 4" descr="Перспективы развития п.Воля | Администрация Воленского сельского поселения  Новоусманского муниципального района Воронежской области">
            <a:extLst>
              <a:ext uri="{FF2B5EF4-FFF2-40B4-BE49-F238E27FC236}">
                <a16:creationId xmlns:a16="http://schemas.microsoft.com/office/drawing/2014/main" id="{8C93B5C4-3FAD-B80B-A825-5E0D2640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887" y="4470522"/>
            <a:ext cx="2999913" cy="2254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790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E338A-C66D-8B8D-FFB1-FBB834D7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177F4A-7F11-726E-42FC-7E669834D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готовый к внедрению модуль «Склад и Закупки» для фабрики «Белка-Фаворит».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Автоматизированы все процессы: от планирования закупок до учета товаров на складе.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может в любой момент посмотреть отчеты по складам, поставщикам и остаткам товаров.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каждого сотрудника свой доступ: кладовщик, начальник отдела снабжения и администратор.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протестирована и готова к работе.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Вся документация оформлена по ГОСТ.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B91433E-45A0-C0E0-9E61-11BF69E16985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91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ERP-системы для управления складским учетом на спичечной фабрике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Белка-Фаворит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232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225B2-8BF3-8739-A2F2-A81AAB10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9070"/>
            <a:ext cx="10515600" cy="79161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393CA9-8BA6-529F-B3A6-1A0D4AC01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2E3C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Готов ответить на ваши вопросы.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00346F0-76AC-63AF-277D-E8909E07E28C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91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ERP-системы для управления складским учетом на спичечной фабрике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Белка-Фаворит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900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526</Words>
  <Application>Microsoft Office PowerPoint</Application>
  <PresentationFormat>Широкоэкранный</PresentationFormat>
  <Paragraphs>72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Разработка программного модуля ERP-системы для управления складским учетом на спичечной фабрике “Белка-Фаворит” </vt:lpstr>
      <vt:lpstr>Актуальность, Цель и Задачи</vt:lpstr>
      <vt:lpstr>Анализ предметной области:</vt:lpstr>
      <vt:lpstr>Роли пользователей:</vt:lpstr>
      <vt:lpstr>Программы-аналоги и риски внедрения:</vt:lpstr>
      <vt:lpstr>Платформа: «1С:Предприятие 8.3»</vt:lpstr>
      <vt:lpstr>Демонстрация программы</vt:lpstr>
      <vt:lpstr>Перспективы развития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Никита Останин</dc:creator>
  <cp:lastModifiedBy>Никита Останин</cp:lastModifiedBy>
  <cp:revision>2</cp:revision>
  <dcterms:created xsi:type="dcterms:W3CDTF">2026-05-19T11:37:55Z</dcterms:created>
  <dcterms:modified xsi:type="dcterms:W3CDTF">2026-06-24T05:39:30Z</dcterms:modified>
</cp:coreProperties>
</file>